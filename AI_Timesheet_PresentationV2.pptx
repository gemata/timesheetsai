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868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60120"/>
            <a:ext cx="8229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Segoe UI"/>
              </a:rPr>
              <a:t>HACKATHON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AI Timesheet &amp; Status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241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0E7FF"/>
                </a:solidFill>
                <a:latin typeface="Segoe UI"/>
              </a:rPr>
              <a:t>Turn your Git history into ready-to-send standups, status updates &amp; timesheets.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75569"/>
                </a:solidFill>
                <a:latin typeface="Segoe UI"/>
              </a:rPr>
              <a:t>Built with Streamlit  +  Claude AI (two models)  +  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2466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64748B"/>
                </a:solidFill>
                <a:latin typeface="Segoe UI"/>
              </a:rPr>
              <a:t>Presented by 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Blend Podvorica,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Leart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Aliu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,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Anida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Hajra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,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Aladin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 Bajra and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Diellza</a:t>
            </a:r>
            <a:r>
              <a:rPr lang="en-US" sz="1300" b="1" dirty="0">
                <a:solidFill>
                  <a:srgbClr val="4F46E5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4F46E5"/>
                </a:solidFill>
                <a:latin typeface="Segoe UI"/>
              </a:rPr>
              <a:t>Raci</a:t>
            </a:r>
            <a:r>
              <a:rPr sz="1300" b="0" dirty="0">
                <a:solidFill>
                  <a:srgbClr val="64748B"/>
                </a:solidFill>
                <a:latin typeface="Segoe UI"/>
              </a:rPr>
              <a:t>•     July 2026</a:t>
            </a:r>
          </a:p>
        </p:txBody>
      </p:sp>
      <p:pic>
        <p:nvPicPr>
          <p:cNvPr id="12" name="Picture 11" descr="logo_acc4c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We keep rewriting what Git already knows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766560" cy="452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 dirty="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 dirty="0">
                <a:solidFill>
                  <a:srgbClr val="475569"/>
                </a:solidFill>
                <a:latin typeface="Segoe UI"/>
              </a:rPr>
              <a:t>Every developer answers the same question</a:t>
            </a:r>
            <a:r>
              <a:rPr sz="1800" dirty="0">
                <a:solidFill>
                  <a:srgbClr val="64748B"/>
                </a:solidFill>
                <a:latin typeface="Segoe UI"/>
              </a:rPr>
              <a:t>  —  “What did you work on?”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Standups, weekly status reports and timesheets</a:t>
            </a:r>
            <a:r>
              <a:rPr sz="1800">
                <a:solidFill>
                  <a:srgbClr val="64748B"/>
                </a:solidFill>
                <a:latin typeface="Segoe UI"/>
              </a:rPr>
              <a:t>  —  all ask for it, separately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 dirty="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 dirty="0">
                <a:solidFill>
                  <a:srgbClr val="475569"/>
                </a:solidFill>
                <a:latin typeface="Segoe UI"/>
              </a:rPr>
              <a:t>We rebuild the answer by hand</a:t>
            </a:r>
            <a:r>
              <a:rPr sz="1800" dirty="0">
                <a:solidFill>
                  <a:srgbClr val="64748B"/>
                </a:solidFill>
                <a:latin typeface="Segoe UI"/>
              </a:rPr>
              <a:t>  —  hours or days later, guessing the details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 dirty="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 dirty="0">
                <a:solidFill>
                  <a:srgbClr val="475569"/>
                </a:solidFill>
                <a:latin typeface="Segoe UI"/>
              </a:rPr>
              <a:t>The result</a:t>
            </a:r>
            <a:r>
              <a:rPr sz="1800" dirty="0">
                <a:solidFill>
                  <a:srgbClr val="64748B"/>
                </a:solidFill>
                <a:latin typeface="Segoe UI"/>
              </a:rPr>
              <a:t>  —  repetitive, error-prone, and it under-reports real effort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 dirty="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 dirty="0">
                <a:solidFill>
                  <a:srgbClr val="475569"/>
                </a:solidFill>
                <a:latin typeface="Segoe UI"/>
              </a:rPr>
              <a:t>Nobody enjoys it</a:t>
            </a:r>
            <a:r>
              <a:rPr sz="1800" dirty="0">
                <a:solidFill>
                  <a:srgbClr val="64748B"/>
                </a:solidFill>
                <a:latin typeface="Segoe UI"/>
              </a:rPr>
              <a:t>  —  it’s the most disliked part of the routine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74519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874519"/>
            <a:ext cx="109728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2057399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⏱  15–20 min /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532887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lost per developer on standup &amp; status writing — time that never touches real engineering.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069079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4069079"/>
            <a:ext cx="109728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4251959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❌  Low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4727447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written from memory, so effort is under-counted and reports drift out of sync with reality.</a:t>
            </a:r>
          </a:p>
        </p:txBody>
      </p:sp>
      <p:pic>
        <p:nvPicPr>
          <p:cNvPr id="16" name="Picture 15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answer already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The work is already recorded — in your Git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227831"/>
            <a:ext cx="26060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67911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Commits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51959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what you did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3227831"/>
            <a:ext cx="26060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867911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Timestamps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4251959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when &amp; how long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3227831"/>
            <a:ext cx="26060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867911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Branches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251959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the feature /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971799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2288" y="3227831"/>
            <a:ext cx="26060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867911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Ticket refs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251959"/>
            <a:ext cx="2606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which project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20639"/>
            <a:ext cx="10835640" cy="1143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413247"/>
            <a:ext cx="108356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Stop writing status updates.  Generate them.</a:t>
            </a:r>
          </a:p>
        </p:txBody>
      </p:sp>
      <p:pic>
        <p:nvPicPr>
          <p:cNvPr id="26" name="Picture 25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An AI tool that drafts your reports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It reads your Git activity and writes clean, accurate drafts you lightly edit — not a blank 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743199"/>
            <a:ext cx="109728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92607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🗣  Standup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01567"/>
            <a:ext cx="306324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A short bullet list of what you worked on — ready to paste into the daily standup.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743199"/>
            <a:ext cx="109728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92607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📄  Weekly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401567"/>
            <a:ext cx="306324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A narrative summary of the week plus likely blockers, written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743199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2743199"/>
            <a:ext cx="109728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7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🧾  Timesheet entries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401567"/>
            <a:ext cx="306324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One row per commit with realistic hours and a status — grouped by author &amp;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03519"/>
            <a:ext cx="107899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Plus:  </a:t>
            </a:r>
            <a:r>
              <a:rPr sz="1700" b="0">
                <a:solidFill>
                  <a:srgbClr val="475569"/>
                </a:solidFill>
                <a:latin typeface="Segoe UI"/>
              </a:rPr>
              <a:t>ask questions about your own work in plain English (“What did I do this week?”).</a:t>
            </a:r>
          </a:p>
        </p:txBody>
      </p:sp>
      <p:pic>
        <p:nvPicPr>
          <p:cNvPr id="21" name="Picture 20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From commits to reports in 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514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5147" y="2331719"/>
            <a:ext cx="242316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5147" y="2624327"/>
            <a:ext cx="2423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3291839"/>
            <a:ext cx="2423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" y="3657599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read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" y="3950207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+ timestamps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7317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122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1227" y="2331719"/>
            <a:ext cx="2423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1227" y="2624327"/>
            <a:ext cx="2423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2563EB"/>
                </a:solidFill>
                <a:latin typeface="Segoe U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1227" y="3291839"/>
            <a:ext cx="2423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AI 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1227" y="3657599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clean up text,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1227" y="3950207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infer status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925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4730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47307" y="2331719"/>
            <a:ext cx="2423160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7307" y="2624327"/>
            <a:ext cx="2423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15803D"/>
                </a:solidFill>
                <a:latin typeface="Segoe U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3291839"/>
            <a:ext cx="2423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Google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657599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store as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3950207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database / API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25331" y="3172967"/>
            <a:ext cx="393192" cy="329184"/>
          </a:xfrm>
          <a:prstGeom prst="rightArrow">
            <a:avLst/>
          </a:prstGeom>
          <a:solidFill>
            <a:srgbClr val="B9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273387" y="2331719"/>
            <a:ext cx="24231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73387" y="2331719"/>
            <a:ext cx="242316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73387" y="2624327"/>
            <a:ext cx="2423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4F46E5"/>
                </a:solidFill>
                <a:latin typeface="Segoe UI"/>
              </a:rPr>
              <a:t>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3387" y="3291839"/>
            <a:ext cx="2423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AI Model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3387" y="3657599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chat &amp;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3387" y="3950207"/>
            <a:ext cx="2423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46319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You control the loop:  </a:t>
            </a:r>
            <a:r>
              <a:rPr sz="1600" b="0">
                <a:solidFill>
                  <a:srgbClr val="475569"/>
                </a:solidFill>
                <a:latin typeface="Segoe UI"/>
              </a:rPr>
              <a:t>pick a date range and repo → the app generates → you review &amp; edit the table → export to Google Sheets → ask the AI anything about it.</a:t>
            </a:r>
          </a:p>
        </p:txBody>
      </p:sp>
      <p:pic>
        <p:nvPicPr>
          <p:cNvPr id="35" name="Picture 34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two-model AI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Segoe UI"/>
              </a:rPr>
              <a:t>Two models, each doing the job it is best at — fast &amp; cheap for bulk work, smart for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19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788919"/>
            <a:ext cx="5257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35223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Model 1 —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599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Claude Haiku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Cleans up every commit message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Infers a status (Completed / In Progress)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Writes the weekly standup + blockers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788919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2788919"/>
            <a:ext cx="5257800" cy="685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935223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Model 2 — Smart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599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Claude Sonnet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799"/>
            <a:ext cx="475488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Conversational Q&amp;A over your data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Billing math using the rate card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>
                <a:solidFill>
                  <a:srgbClr val="4F46E5"/>
                </a:solidFill>
                <a:latin typeface="Segoe UI"/>
              </a:rPr>
              <a:t>●  </a:t>
            </a:r>
            <a:r>
              <a:rPr sz="1400" b="1">
                <a:solidFill>
                  <a:srgbClr val="475569"/>
                </a:solidFill>
                <a:latin typeface="Segoe UI"/>
              </a:rPr>
              <a:t>Accurate, grounded answers (no guessing)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39"/>
            <a:ext cx="108813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Why split it?  </a:t>
            </a:r>
            <a:r>
              <a:rPr sz="1600" b="0">
                <a:solidFill>
                  <a:srgbClr val="64748B"/>
                </a:solidFill>
                <a:latin typeface="Segoe UI"/>
              </a:rPr>
              <a:t>You pay pennies for the heavy lifting and get top-tier reasoning only where it matters.</a:t>
            </a:r>
          </a:p>
        </p:txBody>
      </p:sp>
      <p:pic>
        <p:nvPicPr>
          <p:cNvPr id="19" name="Picture 18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5803D"/>
                </a:solidFill>
                <a:latin typeface="Segoe UI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Hours you can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 Semibold"/>
              </a:rPr>
              <a:t>Hours are calculated from real commit timestamps — not guessed by the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79"/>
            <a:ext cx="6949440" cy="370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Grouped by author, per day</a:t>
            </a:r>
            <a:r>
              <a:rPr sz="1700">
                <a:solidFill>
                  <a:srgbClr val="64748B"/>
                </a:solidFill>
                <a:latin typeface="Segoe UI"/>
              </a:rPr>
              <a:t>  —  then sorted by commit time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Time between two commits</a:t>
            </a:r>
            <a:r>
              <a:rPr sz="1700">
                <a:solidFill>
                  <a:srgbClr val="64748B"/>
                </a:solidFill>
                <a:latin typeface="Segoe UI"/>
              </a:rPr>
              <a:t>  —  counts as time worked on that task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First commit of the day</a:t>
            </a:r>
            <a:r>
              <a:rPr sz="1700">
                <a:solidFill>
                  <a:srgbClr val="64748B"/>
                </a:solidFill>
                <a:latin typeface="Segoe UI"/>
              </a:rPr>
              <a:t>  —  gets a 1-hour “warm-up” credit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A gap longer than 4 hours</a:t>
            </a:r>
            <a:r>
              <a:rPr sz="1700">
                <a:solidFill>
                  <a:srgbClr val="64748B"/>
                </a:solidFill>
                <a:latin typeface="Segoe UI"/>
              </a:rPr>
              <a:t>  —  is treated as a break, not work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Each day is capped</a:t>
            </a:r>
            <a:r>
              <a:rPr sz="1700">
                <a:solidFill>
                  <a:srgbClr val="64748B"/>
                </a:solidFill>
                <a:latin typeface="Segoe UI"/>
              </a:rPr>
              <a:t>  —  by your “max hours per day”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697479"/>
            <a:ext cx="3657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2697479"/>
            <a:ext cx="109728" cy="3291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8" y="2880359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Example — one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3355847"/>
            <a:ext cx="3200400" cy="2514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3474719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09:14  first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3474719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1.0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4023359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11:02  next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4023359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1.8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4571999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17:40  after a long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4571999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4.0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5120639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Day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5120639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Segoe UI"/>
              </a:rPr>
              <a:t>6.8 h</a:t>
            </a:r>
          </a:p>
        </p:txBody>
      </p:sp>
      <p:pic>
        <p:nvPicPr>
          <p:cNvPr id="21" name="Picture 20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Google Sheets is the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No backend server to run — one shared Google Sheet is both the database and the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7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468879"/>
            <a:ext cx="109728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65175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📋  Raw_Entries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27247"/>
            <a:ext cx="30632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One row per commit: Date + time, Author, Summary, Hours,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7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468879"/>
            <a:ext cx="109728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65175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📈  Dashboard_Summary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127247"/>
            <a:ext cx="30632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One row per week: total hours, top author, AI standup, blockers.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46887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2468879"/>
            <a:ext cx="109728" cy="19659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9" y="2651759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💰  Rates_Config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127247"/>
            <a:ext cx="30632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Hourly rate per author (Author, Client, Rate) — used for billing.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17719"/>
            <a:ext cx="10835640" cy="16002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A7B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850891"/>
            <a:ext cx="108356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64748B"/>
                </a:solidFill>
                <a:latin typeface="Segoe UI"/>
              </a:rPr>
              <a:t>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36107"/>
            <a:ext cx="108356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Screenshot 2 — The Google Sheet (online, 3 tabs)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33871"/>
            <a:ext cx="108356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paste screenshot here</a:t>
            </a:r>
          </a:p>
        </p:txBody>
      </p:sp>
      <p:pic>
        <p:nvPicPr>
          <p:cNvPr id="24" name="Picture 23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Generate, review &amp;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20239"/>
            <a:ext cx="5852160" cy="4480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One click to generate</a:t>
            </a:r>
            <a:r>
              <a:rPr sz="1650">
                <a:solidFill>
                  <a:srgbClr val="64748B"/>
                </a:solidFill>
                <a:latin typeface="Segoe UI"/>
              </a:rPr>
              <a:t>  —  commits for the last 7–90 days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Live stat cards</a:t>
            </a:r>
            <a:r>
              <a:rPr sz="1650">
                <a:solidFill>
                  <a:srgbClr val="64748B"/>
                </a:solidFill>
                <a:latin typeface="Segoe UI"/>
              </a:rPr>
              <a:t>  —  commits, hours, completion %, contributors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Editable, spreadsheet-style table</a:t>
            </a:r>
            <a:r>
              <a:rPr sz="1650">
                <a:solidFill>
                  <a:srgbClr val="64748B"/>
                </a:solidFill>
                <a:latin typeface="Segoe UI"/>
              </a:rPr>
              <a:t>  —  fix hours, change status, delete rows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Business rules</a:t>
            </a:r>
            <a:r>
              <a:rPr sz="1650">
                <a:solidFill>
                  <a:srgbClr val="64748B"/>
                </a:solidFill>
                <a:latin typeface="Segoe UI"/>
              </a:rPr>
              <a:t>  —  cap hours/day, weekends, flag short days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Author dropdown</a:t>
            </a:r>
            <a:r>
              <a:rPr sz="1650">
                <a:solidFill>
                  <a:srgbClr val="64748B"/>
                </a:solidFill>
                <a:latin typeface="Segoe UI"/>
              </a:rPr>
              <a:t>  —  auto-filled from the repo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650" b="1">
                <a:solidFill>
                  <a:srgbClr val="475569"/>
                </a:solidFill>
                <a:latin typeface="Segoe UI"/>
              </a:rPr>
              <a:t>Export to Google Sheets</a:t>
            </a:r>
            <a:r>
              <a:rPr sz="1650">
                <a:solidFill>
                  <a:srgbClr val="64748B"/>
                </a:solidFill>
                <a:latin typeface="Segoe UI"/>
              </a:rPr>
              <a:t>  —  styled, one click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74519"/>
            <a:ext cx="4754880" cy="402336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A7B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3319271"/>
            <a:ext cx="47548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64748B"/>
                </a:solidFill>
                <a:latin typeface="Segoe UI"/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904487"/>
            <a:ext cx="4754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Screenshot 1 — Main app page (Generator)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513831"/>
            <a:ext cx="4754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paste screenshot here</a:t>
            </a:r>
          </a:p>
        </p:txBody>
      </p:sp>
      <p:pic>
        <p:nvPicPr>
          <p:cNvPr id="12" name="Picture 11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Ask the data —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Segoe UI"/>
              </a:rPr>
              <a:t>Chat with your timesheet. Answers are grounded in your real data — accurate, not made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599"/>
            <a:ext cx="5852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24327"/>
            <a:ext cx="5486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“What was my most recent commit?”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27831"/>
            <a:ext cx="5852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5486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“Who worked the most hours this week?”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41063"/>
            <a:ext cx="5852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5486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“How much do we bill Acme Corp?”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5"/>
            <a:ext cx="5852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64023"/>
            <a:ext cx="5486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“Summarize what I did this week.”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86399"/>
            <a:ext cx="5852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Why it’s accurate:  </a:t>
            </a:r>
            <a:r>
              <a:rPr sz="1350" b="0">
                <a:solidFill>
                  <a:srgbClr val="64748B"/>
                </a:solidFill>
                <a:latin typeface="Segoe UI"/>
              </a:rPr>
              <a:t>data is fed newest-first with clear date rules and filtered by author, so “latest” means latest.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514599"/>
            <a:ext cx="4754880" cy="356616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A7B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3730751"/>
            <a:ext cx="47548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64748B"/>
                </a:solidFill>
                <a:latin typeface="Segoe UI"/>
              </a:rPr>
              <a:t>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15967"/>
            <a:ext cx="4754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Screenshot 3 — The chatbot (Ask 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696711"/>
            <a:ext cx="4754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paste screenshot here</a:t>
            </a:r>
          </a:p>
        </p:txBody>
      </p:sp>
      <p:pic>
        <p:nvPicPr>
          <p:cNvPr id="21" name="Picture 20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A small, focused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5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1671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243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whole web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196595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1671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Claude AI (Anthropic)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6243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two models: fast + smart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96595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96595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6" y="21671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gspread + Sheets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62432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storage /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42899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6301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0873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data wrangling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61688" y="3428999"/>
            <a:ext cx="109728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4296" y="36301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git + subprocess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0873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source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428999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65008" y="3428999"/>
            <a:ext cx="109728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6" y="36301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 Semibold"/>
              </a:rPr>
              <a:t>python-dotenv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087367"/>
            <a:ext cx="3063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config &amp; secrets</a:t>
            </a:r>
          </a:p>
        </p:txBody>
      </p:sp>
      <p:pic>
        <p:nvPicPr>
          <p:cNvPr id="31" name="Picture 30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5803D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The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285999"/>
            <a:ext cx="35204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5803D"/>
                </a:solidFill>
                <a:latin typeface="Segoe UI Semibold"/>
              </a:rPr>
              <a:t>~1–1.5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08959"/>
            <a:ext cx="2971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recovered per developer, every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2285999"/>
            <a:ext cx="35204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Segoe UI Semibold"/>
              </a:rPr>
              <a:t>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59"/>
            <a:ext cx="2971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spent staring at a blank status 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965959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2285999"/>
            <a:ext cx="35204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Segoe UI Semibol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3108959"/>
            <a:ext cx="2971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of entries backed by real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14799"/>
            <a:ext cx="10881360" cy="22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More accurate &amp; consistent reporting</a:t>
            </a:r>
            <a:r>
              <a:rPr sz="1700">
                <a:solidFill>
                  <a:srgbClr val="64748B"/>
                </a:solidFill>
                <a:latin typeface="Segoe UI"/>
              </a:rPr>
              <a:t>  —  for the whole team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Better data for managers</a:t>
            </a:r>
            <a:r>
              <a:rPr sz="1700">
                <a:solidFill>
                  <a:srgbClr val="64748B"/>
                </a:solidFill>
                <a:latin typeface="Segoe UI"/>
              </a:rPr>
              <a:t>  —  cleaner project tracking and effort visibility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>
                <a:solidFill>
                  <a:srgbClr val="15803D"/>
                </a:solidFill>
                <a:latin typeface="Segoe UI"/>
              </a:rPr>
              <a:t>●  </a:t>
            </a:r>
            <a:r>
              <a:rPr sz="1700" b="1">
                <a:solidFill>
                  <a:srgbClr val="475569"/>
                </a:solidFill>
                <a:latin typeface="Segoe UI"/>
              </a:rPr>
              <a:t>Removes the most disliked chore</a:t>
            </a:r>
            <a:r>
              <a:rPr sz="1700">
                <a:solidFill>
                  <a:srgbClr val="64748B"/>
                </a:solidFill>
                <a:latin typeface="Segoe UI"/>
              </a:rPr>
              <a:t>  —  so developers focus on real engineering</a:t>
            </a:r>
          </a:p>
        </p:txBody>
      </p:sp>
      <p:pic>
        <p:nvPicPr>
          <p:cNvPr id="17" name="Picture 16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0789920" cy="452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Pull PRs, branches &amp; ticket references</a:t>
            </a:r>
            <a:r>
              <a:rPr sz="1800">
                <a:solidFill>
                  <a:srgbClr val="64748B"/>
                </a:solidFill>
                <a:latin typeface="Segoe UI"/>
              </a:rPr>
              <a:t>  —  map work to Jira / Azure DevOps tickets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Auto-post standups to Slack / Teams</a:t>
            </a:r>
            <a:r>
              <a:rPr sz="1800">
                <a:solidFill>
                  <a:srgbClr val="64748B"/>
                </a:solidFill>
                <a:latin typeface="Segoe UI"/>
              </a:rPr>
              <a:t>  —  zero copy-paste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More export formats</a:t>
            </a:r>
            <a:r>
              <a:rPr sz="1800">
                <a:solidFill>
                  <a:srgbClr val="64748B"/>
                </a:solidFill>
                <a:latin typeface="Segoe UI"/>
              </a:rPr>
              <a:t>  —  Markdown status, CSV, PDF timesheets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Scheduled generation</a:t>
            </a:r>
            <a:r>
              <a:rPr sz="1800">
                <a:solidFill>
                  <a:srgbClr val="64748B"/>
                </a:solidFill>
                <a:latin typeface="Segoe UI"/>
              </a:rPr>
              <a:t>  —  a daily/weekly draft waiting in your inbox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200">
                <a:solidFill>
                  <a:srgbClr val="4F46E5"/>
                </a:solidFill>
                <a:latin typeface="Segoe UI"/>
              </a:rPr>
              <a:t>●  </a:t>
            </a:r>
            <a:r>
              <a:rPr sz="1800" b="1">
                <a:solidFill>
                  <a:srgbClr val="475569"/>
                </a:solidFill>
                <a:latin typeface="Segoe UI"/>
              </a:rPr>
              <a:t>Team dashboards</a:t>
            </a:r>
            <a:r>
              <a:rPr sz="1800">
                <a:solidFill>
                  <a:srgbClr val="64748B"/>
                </a:solidFill>
                <a:latin typeface="Segoe UI"/>
              </a:rPr>
              <a:t>  —  roll-ups across everyone, not just one developer</a:t>
            </a:r>
          </a:p>
        </p:txBody>
      </p:sp>
      <p:pic>
        <p:nvPicPr>
          <p:cNvPr id="8" name="Picture 7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Segoe UI Semibold"/>
              </a:rPr>
              <a:t>Smarter &amp; automated: calendar-aware timesheets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0835640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10332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Segoe UI Semibold"/>
              </a:rPr>
              <a:t>📅  Connect your calendar — count only real work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78023"/>
            <a:ext cx="10241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0E7FF"/>
                </a:solidFill>
                <a:latin typeface="Segoe UI"/>
              </a:rPr>
              <a:t>The app cross-checks your calendar so it never logs hours when you weren’t actually 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0039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200399"/>
            <a:ext cx="35204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1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563EB"/>
                </a:solidFill>
                <a:latin typeface="Segoe UI"/>
              </a:rPr>
              <a:t>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7"/>
            <a:ext cx="3063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Holidays &amp; 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7"/>
            <a:ext cx="30632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Auto-skip public holidays and days off — no timesheet when you’re not working.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20039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61688" y="3200399"/>
            <a:ext cx="3520440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456431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15803D"/>
                </a:solidFill>
                <a:latin typeface="Segoe UI"/>
              </a:rPr>
              <a:t>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41647"/>
            <a:ext cx="3063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Trips &amp; travel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07407"/>
            <a:ext cx="30632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If the calendar shows a trip, those days aren’t counted as coding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200399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65008" y="3200399"/>
            <a:ext cx="352044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3456431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B45309"/>
                </a:solidFill>
                <a:latin typeface="Segoe UI"/>
              </a:rPr>
              <a:t>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41647"/>
            <a:ext cx="3063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 Semibold"/>
              </a:rPr>
              <a:t>Meeting-heavy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407407"/>
            <a:ext cx="30632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 day full of meetings won’t be over-counted as hours of development.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49239"/>
            <a:ext cx="10881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The goal:  </a:t>
            </a:r>
            <a:r>
              <a:rPr sz="1600" b="1">
                <a:solidFill>
                  <a:srgbClr val="4F46E5"/>
                </a:solidFill>
                <a:latin typeface="Segoe UI"/>
              </a:rPr>
              <a:t>a timesheet that fills itself — accurately — with almost no edits.</a:t>
            </a:r>
          </a:p>
        </p:txBody>
      </p:sp>
      <p:pic>
        <p:nvPicPr>
          <p:cNvPr id="26" name="Picture 25" descr="logo_b94f5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 Semibold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96012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E0E7FF"/>
                </a:solidFill>
                <a:latin typeface="Segoe UI"/>
              </a:rPr>
              <a:t>Your work is already logged in Git. Let AI write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7D2FE"/>
                </a:solidFill>
                <a:latin typeface="Segoe UI"/>
              </a:rPr>
              <a:t>Questions &amp; live demo welcome</a:t>
            </a:r>
          </a:p>
        </p:txBody>
      </p:sp>
      <p:pic>
        <p:nvPicPr>
          <p:cNvPr id="9" name="Picture 8" descr="logo_acc4c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310896"/>
            <a:ext cx="1417320" cy="516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1228</Words>
  <Application>Microsoft Office PowerPoint</Application>
  <PresentationFormat>Widescreen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Blend Podvorica</cp:lastModifiedBy>
  <cp:revision>3</cp:revision>
  <dcterms:created xsi:type="dcterms:W3CDTF">2013-01-27T09:14:16Z</dcterms:created>
  <dcterms:modified xsi:type="dcterms:W3CDTF">2026-07-09T22:07:44Z</dcterms:modified>
  <cp:category/>
</cp:coreProperties>
</file>